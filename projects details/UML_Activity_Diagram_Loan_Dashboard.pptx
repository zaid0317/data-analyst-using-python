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11225"/>
          </a:xfrm>
        </p:spPr>
        <p:txBody>
          <a:bodyPr>
            <a:normAutofit fontScale="90000"/>
          </a:bodyPr>
          <a:lstStyle/>
          <a:p>
            <a:r>
              <a:rPr sz="3555"/>
              <a:t>UML Activity Diagram – Loan Performance &amp; Risk Dashboard</a:t>
            </a:r>
            <a:endParaRPr sz="3555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486400"/>
          </a:xfrm>
          <a:prstGeom prst="rect">
            <a:avLst/>
          </a:prstGeom>
          <a:noFill/>
        </p:spPr>
        <p:txBody>
          <a:bodyPr wrap="square" lIns="10" tIns="10">
            <a:spAutoFit/>
          </a:bodyPr>
          <a:lstStyle/>
          <a:p>
            <a:pPr>
              <a:defRPr sz="1600"/>
            </a:pPr>
            <a:r>
              <a:t>Start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Extract Data from Sources (Loan, Applicant, Credit)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Data Cleaning &amp; Preparation (Standardization, Null Handling)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Data Modeling (Relationships, Fact/Dimension Tables)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Create Measures (DAX Calculations)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Dashboard Development (Charts, Filters, KPIs)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Validate Dashboard (QA, Data Checks)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Publish to Power BI Service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User Interaction &amp; Insights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</Words>
  <Application>WPS Presentation</Application>
  <PresentationFormat>On-screen Show 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UML Activity Diagram – Loan Performance &amp; Risk Dashboard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Ayesha Siddiqua</cp:lastModifiedBy>
  <cp:revision>2</cp:revision>
  <dcterms:created xsi:type="dcterms:W3CDTF">2013-01-27T09:14:00Z</dcterms:created>
  <dcterms:modified xsi:type="dcterms:W3CDTF">2025-11-17T20:32:18Z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062B3879518C4A0CACFED9D5DA128177_13</vt:lpwstr>
  </property>
  <property fmtid="{D5CDD505-2E9C-101B-9397-08002B2CF9AE}" pid="3" name="KSOProductBuildVer">
    <vt:lpwstr>1033-12.2.0.23155</vt:lpwstr>
  </property>
</Properties>
</file>